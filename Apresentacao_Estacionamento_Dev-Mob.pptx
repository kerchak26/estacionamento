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D2E101E-591A-4AF8-85FC-A5665DB83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16A95D8-6E52-4A2E-BB9F-21527D30E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AutoShape 2" descr="Imagem gerada: Avaliação de riscos no sistema de estacionamento">
            <a:extLst>
              <a:ext uri="{FF2B5EF4-FFF2-40B4-BE49-F238E27FC236}">
                <a16:creationId xmlns:a16="http://schemas.microsoft.com/office/drawing/2014/main" id="{3843232F-EA15-4AA1-878B-86A85B9B80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-1485900"/>
            <a:ext cx="5067300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7153A2A-6A40-40F0-82D9-9BE25AFB2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24A0529-3FEC-4B0D-9D32-56BADAC6D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4C907109-B372-45B4-8A9B-00FF10FA4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7C2CA0A-AD1C-4F83-A0F3-F0ADE10E3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Apresentação na tela (4:3)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Augusto Meirelles Alves da Silva</dc:creator>
  <cp:keywords/>
  <dc:description>generated using python-pptx</dc:description>
  <cp:lastModifiedBy>Kauã Queiroga</cp:lastModifiedBy>
  <cp:revision>3</cp:revision>
  <dcterms:created xsi:type="dcterms:W3CDTF">2013-01-27T09:14:16Z</dcterms:created>
  <dcterms:modified xsi:type="dcterms:W3CDTF">2026-05-16T23:34:52Z</dcterms:modified>
  <cp:category/>
</cp:coreProperties>
</file>